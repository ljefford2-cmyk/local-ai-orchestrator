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4018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3612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7830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Closing the Governance Gap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31520" y="2514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Domain-Validated Architectural Patterns for NemoClaw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31520" y="3200400"/>
            <a:ext cx="1828800" cy="2743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34290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Lawrence Jeffords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Architecture — Nahunta, Georgia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isn't a feature. It's an architecture.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Governance Gap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54864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1887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analysts have identified the missing piece: real developers building agentic systems need observability, policy enforcement, rollback, and audit trails — not just sandboxing.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54864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23774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accountability need to be embedded throughout the development lifecycle, not just at the runtime layer.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520440"/>
            <a:ext cx="7680960" cy="118872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36118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NemoClaw solves the sandbox.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patterns address what governs the agent inside it.</a:t>
            </a:r>
            <a:endParaRPr lang="en-US" sz="16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domain-validated architectural patterns — designed around failure modes, adversarially reviewed.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Around Failure Modes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patterns emerged from adversarial red-teaming, not feature wishlists.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087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4447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claim corruption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17190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7–13B local model performing semantic normalization produces inconsistent rewrites across runs. Two identical claims are normalized differently, fall below the similarity threshold, and the pipeline reports agreement when disagreement exists.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371600" y="21214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Requires multi-model dispatch with human arbitration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256032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974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6334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Sycophantic convergence in rebuttal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71600" y="29077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models see each other's responses, they converge toward agreement regardless of position strength. The rebuttal round produces artificial consensus that masks real conflicts.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371600" y="33101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Requires append-only log preserving original positions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31520" y="374904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862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8221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Uncalibrated risk thresholds ship errors on day one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371600" y="409651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risk-score weights produce false negatives during initial operation. The pipeline routes to automated resolution instead of human review. The error ships before calibration catches it.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1371600" y="449884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Requires graduated autonomy with mandatory burn-in (WAL-0)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pattern exists because a specific failure mode demanded it.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Architectural Patterns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addresses a governance gap identified by industry analysis and validated through adversarial review.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6576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002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Autonomy Levels (WAL 0–3)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2011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Graduated trust earned through reliability. Anomalies trigger automatic demotion. All capabilities start at WAL-0.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2560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addressed: Policy enforcement, rollback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137160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54880" y="1371600"/>
            <a:ext cx="36576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6002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Packager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937760" y="2011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Four-step pipeline with sensitivity taxonomy, memory selection policy, and confidence scoring. Default: local-only.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937760" y="2560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addressed: Privacy-aware context curation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31520" y="320040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31520" y="3200400"/>
            <a:ext cx="36576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42900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3383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Log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914400" y="3840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Two-stream design: routing metadata (no sensitive content) + optional encrypted content. Cryptographically chained.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914400" y="43891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addressed: Observability, audit trails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754880" y="320040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754880" y="3200400"/>
            <a:ext cx="36576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42900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94960" y="3383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Job-Based UX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937760" y="3840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→ Acknowledge → Process → Deliver. Human reviews results, not permission prompts. Reduces approval fatigue.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937760" y="43891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addressed: Trust when no one is watching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Autonomy Levels (WAL 0–3)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a state machine, not a configuration file.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8745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1874520" cy="54864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5544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WAL-0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Only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2402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suggests actions. Human reviews and decides every time. All new capabilities start here.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88920" y="1371600"/>
            <a:ext cx="18745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88920" y="1371600"/>
            <a:ext cx="187452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26080" y="15544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WAL-1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26080" y="1874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Artifacts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22402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drafts emails, documents, code. Human reviews and approves before execution.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371600"/>
            <a:ext cx="18745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46320" y="1371600"/>
            <a:ext cx="187452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83480" y="15544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WAL-2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83480" y="1874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with Pre-Approval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2402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Pre-approved routine action classes only. Scope is narrow and explicitly bounded.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03720" y="1371600"/>
            <a:ext cx="18745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903720" y="1371600"/>
            <a:ext cx="1874520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040880" y="15544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WAL-3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40880" y="1874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Autonomous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40880" y="22402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through sustained zero-incident reliability. Automatic demotion on any anomaly.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05840" y="3749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 from static YAML policies: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levels are dynamic. Promotion requires multi-factor evidence — not just consecutive successes.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Demotion is automatic. Model version changes reset the trust clock.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successes alone do not justify promotion — prevents conditioning attacks.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Packager — Four-Step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417320" y="10972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1732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task spec from router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0" y="1143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9488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64992" y="10972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64992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79192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79192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by tag + confidence score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07992" y="1143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9488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312664" y="10972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12664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26864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26864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sensitivity rules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55664" y="1143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9488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260336" y="10972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60336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74536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74536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budget + re-scan + transmit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2423160"/>
            <a:ext cx="76809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05840" y="2514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Selection Policy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288036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scoring: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User-stated facts = highest. Document inferences = medium. Summaries of summaries = lowest. High-confidence objects are preferred for outbound payloads.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338328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Shareability tags: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'Shareable' or 'local-only' (default: local-only). User explicitly tags what can leave the perimeter. Prevents inadvertent exfiltration via retrieval.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38862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Task-scoped retrieval: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context matching the request's tags is retrieved. No broad similarity search for outbound requests.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438912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approach: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sensitive data entirely rather than tokenize. Utility loss accepted in exchange for simplicity and stronger privacy.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Log — Two-Stream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the replay-vs-privacy tension by separating routing metadata from content payloads.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6576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1: Routing Metadata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type + timestamp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ID + routing decision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model + context classes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Redaction actions taken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Packager rule version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level at execution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 for accountability, WAL governance, and anomaly detection. Contains no sensitive content.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6576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2: Content (Optional)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Pre-redaction payloads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Post-redaction payloads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model responses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at rest (user-held key)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retention + access controls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only for debugging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debugging only. Not required for routing replay. High-value target if compromised.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4251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streams: append-only (chattr +a), cryptographically chained, immutable. The agent cannot modify or delete its own logs.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Job-Based UX with Human Decision Loop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 are jobs, not chat sessions. The human is always in the loop.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8288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17320" y="16459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173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or text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any device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0" y="16916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9488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679192" y="1463040"/>
            <a:ext cx="18288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64992" y="16459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64992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79192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79192" y="2514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receipt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job ID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07992" y="16916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9488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626864" y="1463040"/>
            <a:ext cx="18288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312664" y="16459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12664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26864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26864" y="2514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Route, dispatch,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responses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55664" y="16916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9488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574536" y="1463040"/>
            <a:ext cx="18288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260336" y="16459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260336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74536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74536" y="2514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ready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human review</a:t>
            </a:r>
            <a:endParaRPr lang="en-US" sz="110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310128"/>
            <a:ext cx="201168" cy="20116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234440" y="3291840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queue during intermittent connectivity and resume without losing state.</a:t>
            </a:r>
            <a:endParaRPr lang="en-US" sz="1200" dirty="0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30168"/>
            <a:ext cx="201168" cy="20116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1234440" y="3611880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processing — results delivered asynchronously via notification.</a:t>
            </a:r>
            <a:endParaRPr lang="en-US" sz="1200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50208"/>
            <a:ext cx="201168" cy="20116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234440" y="3931920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job logged to the append-only audit trail with full provenance.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1005840" y="43159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you trust what agents do when no one is watching?"  With this architecture, someone is always watching.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Methodology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pattern, stress-tested across four regulated domains by multiple frontier models.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657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4813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81051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for federal regulatory enforcement. FedRAMP alignment, CUI minimization.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657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83480" y="14813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81051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for HIPAA-regulated clinical AI workflows. Immutable source layers, credentialing hierarchies.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560320"/>
            <a:ext cx="3657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256032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0120" y="2670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Framework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299923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Six-document series adapting the pattern for small-to-medium businesses. Hardware specs, phased deployment.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560320"/>
            <a:ext cx="3657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256032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2670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Gateway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299923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Single-user implementation with device ecosystem, local-first execution, and privacy-by-architecture.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931920"/>
            <a:ext cx="7680960" cy="91440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05840" y="3977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adversarial review as development methodology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reconciliation traced 9 structural findings. 4 resolved elsewhere, 4 partially addressed, 1 genuinely unresolved.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subjected to adversarial review designed to find breaking conditions — not to confirm assumptions.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 Isn't Whether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Can Run at the Edge.</a:t>
            </a:r>
            <a:endParaRPr lang="en-US" sz="3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Whether You Can Trust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They Do.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3108960"/>
            <a:ext cx="27432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33375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domain-validated patterns are offered to the NemoClaw and OpenClaw communities as architectural contributions — designed around failure modes, not feature requests.</a:t>
            </a:r>
            <a:endParaRPr lang="en-US" sz="13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specifications and adversarial review documentation available on GitHub.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NemoClaw provides the sandbox.  These patterns govern what happens inside it.  Complementary, not competitive.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Lawrence Jacob  •  Nahunta, Georgia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1114</Words>
  <Application>Microsoft Office PowerPoint</Application>
  <PresentationFormat>On-screen Show (16:9)</PresentationFormat>
  <Paragraphs>155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Closing the Governance Gap — Domain-Validated Architectural Patterns for NemoClaw</dc:title>
  <dc:subject>PptxGenJS Presentation</dc:subject>
  <dc:creator>Lawrence Jacob</dc:creator>
  <cp:lastModifiedBy>Lawrence Jeffords</cp:lastModifiedBy>
  <cp:revision>2</cp:revision>
  <dcterms:created xsi:type="dcterms:W3CDTF">2026-03-19T16:37:13Z</dcterms:created>
  <dcterms:modified xsi:type="dcterms:W3CDTF">2026-03-19T21:17:05Z</dcterms:modified>
</cp:coreProperties>
</file>