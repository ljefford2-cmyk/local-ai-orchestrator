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83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the Governance Gap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Domain-Validated Architectural Patterns for NemoClaw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3200400"/>
            <a:ext cx="1828800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29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Lawrence Jacob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Architecture — Nahunta, Georgia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isn't a feature. It's an architecture.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analysts have identified the missing piece: real developers building agentic systems need observability, policy enforcement, rollback, and audit trails — not just sandboxing.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8600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accountability need to be embedded throughout the development lifecycle, not just at the runtime layer.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7680960" cy="1188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11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solves the sandbox.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address what governs the agent inside it.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domain-validated architectural patterns — designed around failure modes, adversarially reviewed.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Around Failure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emerged from adversarial red-teaming, not feature wishlists.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44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claim corruption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7190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7–13B local model performing semantic normalization produces inconsistent rewrites across runs. Two identical claims are normalized differently, fall below the similarity threshold, and the pipeline reports agreement when disagreement exists.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21214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 multi-model dispatch with human arbitration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5603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33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Sycophantic convergence in rebuttal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9077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models see each other's responses, they converge toward agreement regardless of position strength. The rebuttal round produces artificial consensus that masks real conflicts.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371600" y="33101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 append-only log preserving original positions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374904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862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822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Uncalibrated risk thresholds ship errors on day one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40965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risk-score weights produce false negatives during initial operation. The pipeline routes to automated resolution instead of human review. The error ships before calibration catches it.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371600" y="44988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 graduated autonomy with mandatory burn-in (WAL-0)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pattern exists because a specific failure mode demanded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Architectural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addresses a governance gap identified by industry analysis and validated through adversarial review.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Autonomy Levels (WAL 0–3)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trust earned through reliability. Anomalies trigger automatic demotion. All capabilities start at WAL-0.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addressed: Policy enforcement, rollback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3716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Packager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3776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pipeline with sensitivity taxonomy, memory selection policy, and confidence scoring. Default: local-only.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37760" y="2560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addressed: Privacy-aware context curation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" y="32004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1440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Two-stream design: routing metadata (no sensitive content) + optional encrypted content. Cryptographically chained.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14400" y="4389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addressed: Observability, audit trails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32004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2004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Job-Based UX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3776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Acknowledge → Process → Deliver. Human reviews results, not permission prompts. Reduces approval fatigue.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937760" y="4389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addressed: Trust when no one is watching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Autonomy Levels (WAL 0–3)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a state machine, not a configuration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187452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WAL-0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suggests actions. Human reviews and decides every time. All new capabilities start here.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371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371600"/>
            <a:ext cx="1874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WAL-1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Artifacts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240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emails, documents, code. Human reviews and approves before execution.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71600"/>
            <a:ext cx="1874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WAL-2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Pre-Approval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240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routine action classes only. Scope is narrow and explicitly bounded.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371600"/>
            <a:ext cx="1874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371600"/>
            <a:ext cx="18745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WAL-3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Autonomous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240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through sustained zero-incident reliability. Automatic demotion on any anomaly.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749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from static YAML policies: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levels are dynamic. Promotion requires multi-factor evidence — not just consecutive successes.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Demotion is automatic. Model version changes reset the trust clock.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successes alone do not justify promotion — prevents conditioning attacks.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Packager — Four-Step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17320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task spec from router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64992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36499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79192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79192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by tag + confidence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07992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312664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312664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26864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26864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sensitivity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55664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0336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26033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74536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74536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+ re-scan + transmit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423160"/>
            <a:ext cx="7680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Selection Policy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2880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User-stated facts = highest. Document inferences = medium. Summaries of summaries = lowest. High-confidence objects are preferred for outbound payloads.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3832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Shareability tags: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'Shareable' or 'local-only' (default: local-only). User explicitly tags what can leave the perimeter. Prevents inadvertent exfiltration via retrieval.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886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Task-scoped retrieval: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context matching the request's tags is retrieved. No broad similarity search for outbound requests.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3891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approach: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sensitive data entirely rather than tokenize. Utility loss accepted in exchange for simplicity and stronger privacy.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 — Two-Stream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replay-vs-privacy tension by separating routing metadata from content payloads.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1: Routing Metadata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 + timestamp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ID + routing decision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 + context classes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actions taken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Packager rule version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level at execution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accountability, WAL governance, and anomaly detection. Contains no sensitive content.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2: Content (Optional)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Pre-redaction payloads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Post-redaction payloads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model responses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 (user-held key)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retention + access controls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only for debugging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debugging only. Not required for routing replay. High-value target if compromised.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streams: append-only (chattr +a), cryptographically chained, immutable. The agent cannot modify or delete its own logs.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Job-Based UX with Human Decision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are jobs, not chat sessions. The human is always in the loop.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645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device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79192" y="146304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4992" y="1645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79192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79192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receipt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job 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07992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26864" y="146304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12664" y="1645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31266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26864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26864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dispatch,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responses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55664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74536" y="1463040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60336" y="1645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26033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74536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74536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 review</a:t>
            </a:r>
            <a:endParaRPr lang="en-US" sz="11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10128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34440" y="329184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queue during intermittent connectivity and resume without losing state.</a:t>
            </a:r>
            <a:endParaRPr lang="en-US" sz="12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30168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234440" y="361188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processing — results delivered asynchronously via notification.</a:t>
            </a:r>
            <a:endParaRPr lang="en-US" sz="12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50208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234440" y="393192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logged to the append-only audit trail with full provenance.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5" name="Text 30"/>
          <p:cNvSpPr/>
          <p:nvPr/>
        </p:nvSpPr>
        <p:spPr>
          <a:xfrm>
            <a:off x="1005840" y="43159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trust what agents do when no one is watching?"  With this architecture, someone is always watching.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stress-tested across four regulated domains by multiple frontier models.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481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10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for federal regulatory enforcement. FedRAMP alignment, CUI minimization.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81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810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for HIPAA-regulated clinical AI workflows. Immutable source layers, credentialing hierarchies.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560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Framework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Six-document series adapting the pattern for small-to-medium businesses. Hardware specs, phased deployment.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560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Gateway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999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implementation with device ecosystem, local-first execution, and privacy-by-architecture.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adversarial review as development methodology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reconciliation traced 9 structural findings. 4 resolved elsewhere, 4 partially addressed, 1 genuinely unresolved.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subjected to adversarial review designed to find breaking conditions — not to confirm assumptions.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Isn't Whether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Can Run at the Edge.</a:t>
            </a:r>
            <a:endParaRPr lang="en-US" sz="3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Whether You Can Trust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27432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375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domain-validated patterns are offered to the NemoClaw and OpenClaw communities as architectural contributions — designed around failure modes, not feature requests.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specifications and adversarial review documentation available on GitHub.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NemoClaw provides the sandbox.  These patterns govern what happens inside it.  Complementary, not competitive.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Lawrence Jacob  •  Nahunta, Georgia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the Governance Gap — Domain-Validated Architectural Patterns for NemoClaw</dc:title>
  <dc:subject>PptxGenJS Presentation</dc:subject>
  <dc:creator>Lawrence Jacob</dc:creator>
  <cp:lastModifiedBy>Lawrence Jacob</cp:lastModifiedBy>
  <cp:revision>1</cp:revision>
  <dcterms:created xsi:type="dcterms:W3CDTF">2026-03-19T16:37:13Z</dcterms:created>
  <dcterms:modified xsi:type="dcterms:W3CDTF">2026-03-19T16:37:13Z</dcterms:modified>
</cp:coreProperties>
</file>